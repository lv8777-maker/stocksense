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C3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12188952" cy="109728"/>
          </a:xfrm>
          <a:prstGeom prst="rect">
            <a:avLst/>
          </a:prstGeom>
          <a:solidFill>
            <a:srgbClr val="FDC8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DC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CustomerConnect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Maverick Telecom Loyalty Program — Two-Week Launch Plan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A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20 July 2026  ·  Target launch: within 10 working days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3C3C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FDC8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1247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Today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C3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product is built and tested: points, 4-tier system, receipt scanning, rewards, redemptions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C3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sign-in live: email + password and SA mobile (+27)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C3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 complete with role-based access and full audit log (with undo)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C3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hardened: encrypted passwords, rate limiting, CSRF protection, secure sessions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C3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POPIA-aligned Privacy Policy &amp; Terms of Service drafted and linked from every page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C3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Sign-up consent recorded per user with timestamp and policy version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C3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&amp; FAQ page live with search and 21 answered questions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3C3C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FDC8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1247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· Days 1–2 — Close Open Technical Items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C3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the Maverick super-admin account (Loyalty@mavericktelecom.co.za)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C3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up SendGrid so verification codes, password resets and welcome emails send for real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C3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placeholder contact details: support email, support phone, privacy@/legal@ addresses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A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Dependency: SendGrid API key and super-admin password from Maverick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3C3C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FDC8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1247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· Days 3–5 — Legal Submission &amp; Regression Pass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C3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3–4: Export Privacy Policy and Terms to PDF; submit to Maverick's lawyers with cover letter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C3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3–4: Add one-time 'Accept Terms' popup for phone sign-ins (email path already covered)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C3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5: Full end-to-end test — register → verify → upload receipt → earn points → redeem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C3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5: Admin dashboard test — user management, audit log, undo, analytics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C3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5: Mobile walkthrough on a real phone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A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legal pack must go out this week — lawyer turnaround gates Week 2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3C3C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FDC8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1247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— Legal Feedback, Publish, Go Live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C3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6–8: Apply lawyer feedback to policies; bump terms version for re-acceptance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C3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9: Publish to production (database schema applies automatically)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C3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9: Verify live URL — sign-up, sign-in, receipt upload, admin login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C3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9: Connect custom domain if desired (e.g. loyalty.mavericktelecom.co.za)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C3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10: Test deployed app end-to-end as a brand-new customer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C3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10: Confirm real emails arrive; hand over super-admin credentials and admin guide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3C3C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FDC8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1247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From Maverick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C3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Super-admin password (account creation is otherwise ready to go)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C3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SendGrid account + API key (free tier is fine to start)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C3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contact details: support email, support phone, Information Officer name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C3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pack sent to lawyers in Week 1 — the only external dependency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3C3C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FDC8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1247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Fallback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3C3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risk: lawyer turnaround. 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C3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else is within our control and fits comfortably in two weeks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C3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Fallback: launch with current POPIA-aligned drafts; when final legal wording lands, bump the terms version and users re-accept on next sign-in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C3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data or feature risk — the platform is feature-complete and regression-tested before publish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3C3C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88952" cy="54864"/>
          </a:xfrm>
          <a:prstGeom prst="rect">
            <a:avLst/>
          </a:prstGeom>
          <a:solidFill>
            <a:srgbClr val="FDC8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1247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at a Glance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5097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Milestone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C3C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C3C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Super-admin, SendGrid email, real contact details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C3C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3–4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C3C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Legal pack submitted · phone-consent popup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C3C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C3C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regression pass (web + mobile + admin)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C3C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6–8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C3C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Lawyer feedback applied, terms version bumped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C3C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C3C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Publish to production · domain connected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C3C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C3C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verification · handover · LAUNCH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2026-07-20T20:51:12Z</dcterms:created>
  <dcterms:modified xsi:type="dcterms:W3CDTF">2026-07-20T20:51:12Z</dcterms:modified>
</cp:coreProperties>
</file>