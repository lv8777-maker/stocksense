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MAVERICK LOYALTY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1274552" cy="365760"/>
          </a:xfrm>
          <a:prstGeom prst="rect">
            <a:avLst/>
          </a:prstGeom>
          <a:solidFill>
            <a:srgbClr val="FDC8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REVIEW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112745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Allocation &amp;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 Mismatch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371600" y="4754880"/>
            <a:ext cx="94457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current earning rate prevents customers from redeeming a single cup of coffee — and what to do about it.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MAVERICK LOYALTY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Customers Currently Earn Points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Sign-up bonus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points — flat, every new client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Airtime purchase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 per R1 spent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spend: R100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detected on receipt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plans: 100 pts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plans: up to 500 pts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45352" y="1234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Accessories (tiered)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R500 – R999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R1 000 – R1 999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R2 000+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MAVERICK LOYALTY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Cup of Coffee Costs 5 294 Points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reward in the catalogue — a Cappuccino (~R45) — is priced at 5 294 points using the R ÷ 0.0085 conversion.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customer must spend to earn one cup: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11274552" cy="914400"/>
        </p:xfrm>
        <a:graphic>
          <a:graphicData uri="http://schemas.openxmlformats.org/drawingml/2006/table">
            <a:tbl>
              <a:tblPr/>
              <a:tblGrid>
                <a:gridCol w="5637276"/>
                <a:gridCol w="56372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to earn 5 294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Airtime (1 pt / R1)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R5 294 in airtime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Top-tier plan detection (500 pts)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 plan purchases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Top-tier accessory receipts (R2 000+ = 500 pts)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 receipts of R2 000+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937760"/>
            <a:ext cx="11274552" cy="1097280"/>
          </a:xfrm>
          <a:prstGeom prst="rect">
            <a:avLst/>
          </a:prstGeom>
          <a:solidFill>
            <a:srgbClr val="FEF3C7"/>
          </a:solidFill>
          <a:ln w="38100">
            <a:solidFill>
              <a:srgbClr val="FDC8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500-point sign-up bonus, a new client still needs to spend roughly R4 800 in airtime just to redeem a single cappuccino.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MAVERICK LOYALTY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Compare to the Market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reward rate = the cash value a customer gets back per R1 spent. Maverick currently sits well below typical SA telco programmes.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4552" cy="914400"/>
        </p:xfrm>
        <a:graphic>
          <a:graphicData uri="http://schemas.openxmlformats.org/drawingml/2006/table">
            <a:tbl>
              <a:tblPr/>
              <a:tblGrid>
                <a:gridCol w="3758184"/>
                <a:gridCol w="3758184"/>
                <a:gridCol w="37581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Reward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Maverick (current)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~0.85%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market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Vodacom Vodabucks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– 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Telco benchmark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MTN 1-4-1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– 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Telco benchmark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 n Pay Smart Shopper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 – 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Grocery retail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Starbucks Rewards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 – 5%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High-engagement target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Maverick (proposed)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MAVERICK LOYALTY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Adjust Both Dials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earn rate alone is not the issue — the redemption conversion is overly punitive. Move both for a balanced fix.</a:t>
            </a:r>
            <a:endParaRPr lang="en-US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74552" cy="914400"/>
        </p:xfrm>
        <a:graphic>
          <a:graphicData uri="http://schemas.openxmlformats.org/drawingml/2006/table">
            <a:tbl>
              <a:tblPr/>
              <a:tblGrid>
                <a:gridCol w="2818638"/>
                <a:gridCol w="2818638"/>
                <a:gridCol w="2818638"/>
                <a:gridCol w="28186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Airtime earn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pt / R1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pts / R1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Doubles perceived velocity without inflating cost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Redemption value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pt ≈ R0.0085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pt ≈ R0.05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points feel like real currency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Sign-up bonus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pts (keep)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strong under the new ratio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&amp; accessory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Auto-revalues with new conversion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11274552" cy="914400"/>
          </a:xfrm>
          <a:prstGeom prst="rect">
            <a:avLst/>
          </a:prstGeom>
          <a:solidFill>
            <a:srgbClr val="FEF3C7"/>
          </a:solidFill>
          <a:ln w="38100">
            <a:solidFill>
              <a:srgbClr val="FDC8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both? Bumping only the earn rate inflates the points economy. Fixing the conversion lifts every existing rule (plans, accessories, signup) in proportion.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MAVERICK LOYALTY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Looks Like in Practice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3758184"/>
                <a:gridCol w="3758184"/>
                <a:gridCol w="3758184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C3C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8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Cappuccino (R45) costs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5 294 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Sign-up bonus value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~R4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~R25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R500/month airtime spender earns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pts/month (R4)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1 000 pts/month (R50)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coffee at R500/mo airtime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 months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 month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 reward rate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~2.2%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120640"/>
            <a:ext cx="11274552" cy="914400"/>
          </a:xfrm>
          <a:prstGeom prst="rect">
            <a:avLst/>
          </a:prstGeom>
          <a:solidFill>
            <a:srgbClr val="3C3C3B"/>
          </a:solidFill>
          <a:ln w="12700">
            <a:solidFill>
              <a:srgbClr val="3C3C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16636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clients now use their sign-up bonus + one month of airtime to claim their first reward — that is the activation hook the programme is missing today.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MAVERICK LOYALTY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Levers &amp; Decision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2743200" cy="45720"/>
          </a:xfrm>
          <a:prstGeom prst="rect">
            <a:avLst/>
          </a:prstGeom>
          <a:solidFill>
            <a:srgbClr val="FDC800"/>
          </a:solidFill>
          <a:ln w="12700">
            <a:solidFill>
              <a:srgbClr val="FDC8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3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levers worth considering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multipliers — </a:t>
            </a:r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= 1.5×, Elite = 2× earn rate. Rewards loyalty and drives tier-chasing behaviour.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categories — </a:t>
            </a:r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points on accessories during launch month, or 3× on contract renewals. Cheap to run, drives the behaviour you actually want.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1546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 / anniversary bonus — </a:t>
            </a:r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200–500 pts on key dates keeps the programme top-of-mind without affecting the unit economics.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74552" cy="1828800"/>
          </a:xfrm>
          <a:prstGeom prst="rect">
            <a:avLst/>
          </a:prstGeom>
          <a:solidFill>
            <a:srgbClr val="3C3C3B"/>
          </a:solidFill>
          <a:ln w="12700">
            <a:solidFill>
              <a:srgbClr val="3C3C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343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D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709160"/>
            <a:ext cx="1090879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move to </a:t>
            </a:r>
            <a:pPr indent="0" marL="0">
              <a:buNone/>
            </a:pPr>
            <a:r>
              <a:rPr lang="en-US" sz="1600" b="1" dirty="0">
                <a:solidFill>
                  <a:srgbClr val="FD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pts / R1 airtime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600" b="1" dirty="0">
                <a:solidFill>
                  <a:srgbClr val="FD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pt = R0.05 redemption value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brings Maverick in line with the ~2% telco benchmark, makes the cheapest reward reachable in roughly one month of normal airtime use, and turns the sign-up bonus into a genuine activation hook.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2026-05-08T08:53:27Z</dcterms:created>
  <dcterms:modified xsi:type="dcterms:W3CDTF">2026-05-08T08:53:27Z</dcterms:modified>
</cp:coreProperties>
</file>